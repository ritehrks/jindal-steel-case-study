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claude.ai/code/artifact/26dfac21-9e56-4bc5-8219-61f69d70e029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claude.ai/code/artifact/26dfac21-9e56-4bc5-8219-61f69d70e029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82880" y="6419088"/>
            <a:ext cx="117957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82880" y="6419088"/>
            <a:ext cx="117957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