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ritehrks.github.io/jindal-steel-case-study/website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ritehrks.github.io/jindal-steel-case-study/website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82880" y="6419088"/>
            <a:ext cx="117957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82880" y="6419088"/>
            <a:ext cx="1179576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