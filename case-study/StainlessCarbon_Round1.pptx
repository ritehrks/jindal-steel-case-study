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ritehrks.github.io/jindal-steel-case-study/website/" TargetMode="External"/><Relationship Id="rId4" Type="http://schemas.openxmlformats.org/officeDocument/2006/relationships/hyperlink" Target="https://ritehrks.github.io/jindal-steel-case-study/appendix.pdf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ritehrks.github.io/jindal-steel-case-study/website/" TargetMode="External"/><Relationship Id="rId4" Type="http://schemas.openxmlformats.org/officeDocument/2006/relationships/hyperlink" Target="https://ritehrks.github.io/jindal-steel-case-study/appendix.pdf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82880" y="6419088"/>
            <a:ext cx="76809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7955279" y="6419088"/>
            <a:ext cx="40233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82880" y="6419088"/>
            <a:ext cx="76809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7955279" y="6419088"/>
            <a:ext cx="40233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